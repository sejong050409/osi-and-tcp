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0" y="0"/>
          <a:ext cx="12180570" cy="713041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438400"/>
                <a:gridCol w="2440305"/>
                <a:gridCol w="2440305"/>
                <a:gridCol w="2430780"/>
                <a:gridCol w="2430780"/>
              </a:tblGrid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OSI</a:t>
                      </a:r>
                      <a:r>
                        <a:rPr lang="ko-KR" altLang="en-US" sz="3400"/>
                        <a:t> </a:t>
                      </a:r>
                      <a:r>
                        <a:rPr lang="en-US" altLang="ko-KR" sz="3400"/>
                        <a:t>Model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Layer</a:t>
                      </a:r>
                      <a:endParaRPr lang="en-US" altLang="ko-KR" sz="3400"/>
                    </a:p>
                    <a:p>
                      <a:pPr algn="ctr">
                        <a:defRPr/>
                      </a:pPr>
                      <a:r>
                        <a:rPr lang="en-US" altLang="ko-KR" sz="3400"/>
                        <a:t>Number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TCP/IP</a:t>
                      </a:r>
                      <a:endParaRPr lang="en-US" altLang="ko-KR" sz="3400"/>
                    </a:p>
                    <a:p>
                      <a:pPr algn="ctr">
                        <a:defRPr/>
                      </a:pPr>
                      <a:r>
                        <a:rPr lang="en-US" altLang="ko-KR" sz="3400"/>
                        <a:t>Layer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Other</a:t>
                      </a:r>
                      <a:endParaRPr lang="en-US" altLang="ko-KR" sz="3400"/>
                    </a:p>
                    <a:p>
                      <a:pPr algn="ctr">
                        <a:defRPr/>
                      </a:pPr>
                      <a:r>
                        <a:rPr lang="en-US" altLang="ko-KR" sz="3400"/>
                        <a:t>Protocol</a:t>
                      </a:r>
                      <a:endParaRPr lang="en-US" altLang="ko-KR" sz="34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Alligator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Application</a:t>
                      </a:r>
                      <a:endParaRPr lang="en-US" altLang="ko-KR" sz="34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L7(Firewall)</a:t>
                      </a:r>
                      <a:endParaRPr lang="en-US" altLang="ko-KR" sz="34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HTTP</a:t>
                      </a:r>
                      <a:endParaRPr lang="en-US" altLang="ko-KR" sz="3400"/>
                    </a:p>
                  </a:txBody>
                  <a:tcPr marL="91440" marR="91440"/>
                </a:tc>
                <a:tc row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HTTPS, FTP, Telenet, SSH, DNS,,</a:t>
                      </a:r>
                      <a:endParaRPr lang="en-US" altLang="ko-KR" sz="34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Pet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Presentation</a:t>
                      </a:r>
                      <a:endParaRPr lang="en-US" altLang="ko-KR" sz="3400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Steve’s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Session</a:t>
                      </a:r>
                      <a:endParaRPr lang="en-US" altLang="ko-KR" sz="3400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Touch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Transport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L4(NAT)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TCP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UDP, ICMP(?)</a:t>
                      </a:r>
                      <a:endParaRPr lang="en-US" altLang="ko-KR" sz="34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Not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Network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L3(Router)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IP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IP6, ARP(?)</a:t>
                      </a:r>
                      <a:endParaRPr lang="en-US" altLang="ko-KR" sz="34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Do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Data Link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L2(Switch)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Ethernet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PPP,HDLC</a:t>
                      </a:r>
                      <a:endParaRPr lang="en-US" altLang="ko-KR" sz="3400"/>
                    </a:p>
                  </a:txBody>
                  <a:tcPr marL="91440" marR="91440"/>
                </a:tc>
              </a:tr>
              <a:tr h="85725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Please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3400"/>
                        <a:t>Physical</a:t>
                      </a:r>
                      <a:endParaRPr lang="en-US" altLang="ko-KR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 sz="3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endParaRPr lang="ko-KR" altLang="en-US" sz="3400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38</ep:Words>
  <ep:PresentationFormat>화면 슬라이드 쇼(4:3)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2026-03-18T07:43:08.817</dcterms:created>
  <dc:creator>ION2</dc:creator>
  <cp:lastModifiedBy>ION2</cp:lastModifiedBy>
  <dcterms:modified xsi:type="dcterms:W3CDTF">2026-03-23T04:52:01.621</dcterms:modified>
  <cp:revision>8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