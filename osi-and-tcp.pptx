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ldMasterIdLst>
    <p:sldMasterId id="2147483719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/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>
  <a:tblStyle styleId="{01A66EDD-3DAB-4C5B-A090-DC80EC1FD486}" styleName="Normal Style 1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lum val="9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lum val="8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lum val="8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 snapVertSplitter="1">
    <p:restoredLeft sz="12579"/>
    <p:restoredTop sz="90000"/>
  </p:normalViewPr>
  <p:slideViewPr>
    <p:cSldViewPr snapToGrid="0" snapToObjects="1">
      <p:cViewPr varScale="1">
        <p:scale>
          <a:sx n="100" d="100"/>
          <a:sy n="100" d="100"/>
        </p:scale>
        <p:origin x="0" y="0"/>
      </p:cViewPr>
      <p:guideLst>
        <p:guide orient="horz" pos="2158"/>
        <p:guide pos="383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9" cy="72009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2" Type="http://schemas.openxmlformats.org/officeDocument/2006/relationships/slide" Target="slides/slide1.xml"  /><Relationship Id="rId3" Type="http://schemas.openxmlformats.org/officeDocument/2006/relationships/presProps" Target="presProps.xml"  /><Relationship Id="rId4" Type="http://schemas.openxmlformats.org/officeDocument/2006/relationships/viewProps" Target="viewProps.xml"  /><Relationship Id="rId5" Type="http://schemas.openxmlformats.org/officeDocument/2006/relationships/theme" Target="theme/theme1.xml"  /><Relationship Id="rId6" Type="http://schemas.openxmlformats.org/officeDocument/2006/relationships/tableStyles" Target="tableStyles.xml"  /></Relationship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7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8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9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0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idx="0"/>
          </p:nvPr>
        </p:nvSpPr>
        <p:spPr>
          <a:xfrm>
            <a:off x="914399" y="2130425"/>
            <a:ext cx="10363198" cy="147002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828799" y="3886200"/>
            <a:ext cx="8534399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0A130E-E3B8-4EBE-931F-81B26B8448AA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C6A38-4290-41DD-B95C-4155372FD4A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3836A-82A3-4C8B-9D31-CD724F3673ED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2EBAF6-36D0-4DD8-B695-D4C1B37E35D6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3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963083" y="4406900"/>
            <a:ext cx="10363198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963083" y="2906713"/>
            <a:ext cx="10363198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28D28-603B-4EFC-80F8-17E5E9107035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609599" y="1600200"/>
            <a:ext cx="5384799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2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97599" y="1600200"/>
            <a:ext cx="5384799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2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A1F4E-0809-4239-8034-C38E431DAF92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0DA496-7307-4E8B-88DE-CB97B48BAB6F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bl" preserve="1">
  <p:cSld name="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표 개체 틀 2"/>
          <p:cNvSpPr>
            <a:spLocks noGrp="1"/>
          </p:cNvSpPr>
          <p:nvPr>
            <p:ph type="tbl" sz="quarter" idx="13"/>
          </p:nvPr>
        </p:nvSpPr>
        <p:spPr>
          <a:xfrm>
            <a:off x="608037" y="1643063"/>
            <a:ext cx="10972798" cy="4525200"/>
          </a:xfrm>
        </p:spPr>
        <p:txBody>
          <a:bodyPr/>
          <a:lstStyle>
            <a:lvl1pPr>
              <a:buFontTx/>
              <a:buNone/>
              <a:defRPr/>
            </a:lvl1pPr>
          </a:lstStyle>
          <a:p>
            <a:r>
              <a:rPr lang="ko-KR" altLang="en-US" smtClean="0"/>
              <a:t>표를 추가하려면 아이콘을 클릭하십시오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721E90-850C-410B-8B89-8394F580CFDA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fourObj" preserve="1">
  <p:cSld name="내용 4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quarter" idx="1"/>
          </p:nvPr>
        </p:nvSpPr>
        <p:spPr>
          <a:xfrm>
            <a:off x="609599" y="160020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quarter" idx="2"/>
          </p:nvPr>
        </p:nvSpPr>
        <p:spPr>
          <a:xfrm>
            <a:off x="6197599" y="160020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내용 개체 틀 4"/>
          <p:cNvSpPr>
            <a:spLocks noGrp="1"/>
          </p:cNvSpPr>
          <p:nvPr>
            <p:ph sz="quarter" idx="3"/>
          </p:nvPr>
        </p:nvSpPr>
        <p:spPr>
          <a:xfrm>
            <a:off x="608037" y="398422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96036" y="398422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E7E28-9336-4363-8674-B91477D8F243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8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picTx" preserve="1">
  <p:cSld name="그림 및 설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2389716" y="4800600"/>
            <a:ext cx="7315199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2389716" y="612775"/>
            <a:ext cx="7315199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2389716" y="5367338"/>
            <a:ext cx="7315199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ko-KR" altLang="en-US" smtClean="0"/>
              <a:t>마스터 텍스트 스타일을 편집합니다</a:t>
            </a:r>
            <a:endParaRPr lang="ko-KR" altLang="en-US"/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E7E28-9336-4363-8674-B91477D8F243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objOnly" preserve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idx="0"/>
          </p:nvPr>
        </p:nvSpPr>
        <p:spPr>
          <a:xfrm>
            <a:off x="0" y="2130425"/>
            <a:ext cx="12192000" cy="1470025"/>
          </a:xfrm>
        </p:spPr>
        <p:txBody>
          <a:bodyPr>
            <a:normAutofit/>
          </a:bodyPr>
          <a:lstStyle>
            <a:lvl1pPr>
              <a:defRPr sz="44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348888-F454-4AD2-BA62-3AF29D9807C0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clipArtAndTx" preserve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609599" y="274638"/>
            <a:ext cx="10972798" cy="1143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8" name="텍스트 개체 틀 7"/>
          <p:cNvSpPr>
            <a:spLocks noGrp="1"/>
          </p:cNvSpPr>
          <p:nvPr>
            <p:ph type="body" sz="quarter" idx="14"/>
          </p:nvPr>
        </p:nvSpPr>
        <p:spPr>
          <a:xfrm>
            <a:off x="2857477" y="2214563"/>
            <a:ext cx="6477021" cy="3214687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400"/>
            </a:lvl1pPr>
          </a:lstStyle>
          <a:p>
            <a:pPr lvl="0"/>
            <a:r>
              <a:rPr lang="ko-KR" altLang="en-US" smtClean="0"/>
              <a:t>첫째 목차</a:t>
            </a:r>
            <a:endParaRPr lang="ko-KR" altLang="en-US"/>
          </a:p>
          <a:p>
            <a:pPr lvl="0"/>
            <a:r>
              <a:rPr lang="ko-KR" altLang="en-US" smtClean="0"/>
              <a:t>둘째 목차</a:t>
            </a:r>
            <a:endParaRPr lang="ko-KR" altLang="en-US"/>
          </a:p>
          <a:p>
            <a:pPr lvl="0"/>
            <a:r>
              <a:rPr lang="ko-KR" altLang="en-US" smtClean="0"/>
              <a:t>셋째 목차</a:t>
            </a:r>
            <a:endParaRPr lang="ko-KR" altLang="en-US"/>
          </a:p>
          <a:p>
            <a:pPr lvl="0"/>
            <a:r>
              <a:rPr lang="ko-KR" altLang="en-US" smtClean="0"/>
              <a:t>넷째 목차</a:t>
            </a:r>
            <a:endParaRPr lang="ko-KR" altLang="en-US"/>
          </a:p>
          <a:p>
            <a:pPr lvl="0"/>
            <a:r>
              <a:rPr lang="ko-KR" altLang="en-US" smtClean="0"/>
              <a:t>다섯째 목차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6FEC12-A4C9-4837-AF94-AD867782C04C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vertTitleAndTx" preserve="1">
  <p:cSld name="세로 제목 및 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 idx="0"/>
          </p:nvPr>
        </p:nvSpPr>
        <p:spPr>
          <a:xfrm>
            <a:off x="8839199" y="274638"/>
            <a:ext cx="2743199" cy="5851525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9599" y="274638"/>
            <a:ext cx="8026399" cy="5851525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F84A3-4F29-4053-ACFD-1BAF2D3F140C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10" Type="http://schemas.openxmlformats.org/officeDocument/2006/relationships/slideLayout" Target="../slideLayouts/slideLayout10.xml"  /><Relationship Id="rId11" Type="http://schemas.openxmlformats.org/officeDocument/2006/relationships/slideLayout" Target="../slideLayouts/slideLayout11.xml"  /><Relationship Id="rId12" Type="http://schemas.openxmlformats.org/officeDocument/2006/relationships/slideLayout" Target="../slideLayouts/slideLayout12.xml"  /><Relationship Id="rId13" Type="http://schemas.openxmlformats.org/officeDocument/2006/relationships/theme" Target="../theme/theme1.xml"  /><Relationship Id="rId2" Type="http://schemas.openxmlformats.org/officeDocument/2006/relationships/slideLayout" Target="../slideLayouts/slideLayout2.xml"  /><Relationship Id="rId3" Type="http://schemas.openxmlformats.org/officeDocument/2006/relationships/slideLayout" Target="../slideLayouts/slideLayout3.xml"  /><Relationship Id="rId4" Type="http://schemas.openxmlformats.org/officeDocument/2006/relationships/slideLayout" Target="../slideLayouts/slideLayout4.xml"  /><Relationship Id="rId5" Type="http://schemas.openxmlformats.org/officeDocument/2006/relationships/slideLayout" Target="../slideLayouts/slideLayout5.xml"  /><Relationship Id="rId6" Type="http://schemas.openxmlformats.org/officeDocument/2006/relationships/slideLayout" Target="../slideLayouts/slideLayout6.xml"  /><Relationship Id="rId7" Type="http://schemas.openxmlformats.org/officeDocument/2006/relationships/slideLayout" Target="../slideLayouts/slideLayout7.xml"  /><Relationship Id="rId8" Type="http://schemas.openxmlformats.org/officeDocument/2006/relationships/slideLayout" Target="../slideLayouts/slideLayout8.xml"  /><Relationship Id="rId9" Type="http://schemas.openxmlformats.org/officeDocument/2006/relationships/slideLayout" Target="../slideLayouts/slideLayout9.xml"  /></Relationships>
</file>

<file path=ppt/slideMasters/slideMaster1.xml><?xml version="1.0" encoding="utf-8"?>
<p:sld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 idx="0"/>
          </p:nvPr>
        </p:nvSpPr>
        <p:spPr>
          <a:xfrm>
            <a:off x="609599" y="274638"/>
            <a:ext cx="10972798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9599" y="1600200"/>
            <a:ext cx="10972798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 smtClean="0"/>
              <a:t>마스터 텍스트 스타일을 편집합니다</a:t>
            </a:r>
          </a:p>
          <a:p>
            <a:pPr lvl="1"/>
            <a:r>
              <a:rPr lang="ko-KR" altLang="en-US" dirty="0" smtClean="0"/>
              <a:t>둘째 수준</a:t>
            </a:r>
          </a:p>
          <a:p>
            <a:pPr lvl="2"/>
            <a:r>
              <a:rPr lang="ko-KR" altLang="en-US" dirty="0" smtClean="0"/>
              <a:t>셋째 수준</a:t>
            </a:r>
          </a:p>
          <a:p>
            <a:pPr lvl="3"/>
            <a:r>
              <a:rPr lang="ko-KR" altLang="en-US" dirty="0" smtClean="0"/>
              <a:t>넷째 수준</a:t>
            </a:r>
          </a:p>
          <a:p>
            <a:pPr lvl="4"/>
            <a:r>
              <a:rPr lang="ko-KR" altLang="en-US" dirty="0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5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422D86A-5F52-4165-8473-F1B836277586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5599" y="6356350"/>
            <a:ext cx="3860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75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6" r:id="rId1"/>
    <p:sldLayoutId id="2147483707" r:id="rId2"/>
    <p:sldLayoutId id="2147483708" r:id="rId3"/>
    <p:sldLayoutId id="2147483709" r:id="rId4"/>
    <p:sldLayoutId id="2147483710" r:id="rId5"/>
    <p:sldLayoutId id="2147483711" r:id="rId6"/>
    <p:sldLayoutId id="2147483712" r:id="rId7"/>
    <p:sldLayoutId id="2147483713" r:id="rId8"/>
    <p:sldLayoutId id="2147483714" r:id="rId9"/>
    <p:sldLayoutId id="2147483715" r:id="rId10"/>
    <p:sldLayoutId id="2147483716" r:id="rId11"/>
    <p:sldLayoutId id="2147483717" r:id="rId12"/>
  </p:sldLayoutIdLst>
  <p:hf sldNum="0"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rtl="0" eaLnBrk="1" latinLnBrk="1" hangingPunct="1">
        <a:defRPr>
          <a:solidFill>
            <a:schemeClr val="tx2"/>
          </a:solidFill>
        </a:defRPr>
      </a:lvl2pPr>
      <a:lvl3pPr rtl="0" eaLnBrk="1" latinLnBrk="1" hangingPunct="1">
        <a:defRPr>
          <a:solidFill>
            <a:schemeClr val="tx2"/>
          </a:solidFill>
        </a:defRPr>
      </a:lvl3pPr>
      <a:lvl4pPr rtl="0" eaLnBrk="1" latinLnBrk="1" hangingPunct="1">
        <a:defRPr>
          <a:solidFill>
            <a:schemeClr val="tx2"/>
          </a:solidFill>
        </a:defRPr>
      </a:lvl4pPr>
      <a:lvl5pPr rtl="0" eaLnBrk="1" latinLnBrk="1" hangingPunct="1">
        <a:defRPr>
          <a:solidFill>
            <a:schemeClr val="tx2"/>
          </a:solidFill>
        </a:defRPr>
      </a:lvl5pPr>
      <a:lvl6pPr rtl="0" eaLnBrk="1" latinLnBrk="1" hangingPunct="1">
        <a:defRPr>
          <a:solidFill>
            <a:schemeClr val="tx2"/>
          </a:solidFill>
        </a:defRPr>
      </a:lvl6pPr>
      <a:lvl7pPr rtl="0" eaLnBrk="1" latinLnBrk="1" hangingPunct="1">
        <a:defRPr>
          <a:solidFill>
            <a:schemeClr val="tx2"/>
          </a:solidFill>
        </a:defRPr>
      </a:lvl7pPr>
      <a:lvl8pPr rtl="0" eaLnBrk="1" latinLnBrk="1" hangingPunct="1">
        <a:defRPr>
          <a:solidFill>
            <a:schemeClr val="tx2"/>
          </a:solidFill>
        </a:defRPr>
      </a:lvl8pPr>
      <a:lvl9pPr rtl="0" eaLnBrk="1" latinLnBrk="1" hangingPunct="1">
        <a:defRPr>
          <a:solidFill>
            <a:schemeClr val="tx2"/>
          </a:solidFill>
        </a:defRPr>
      </a:lvl9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/Relationships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idx="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/>
            </a:r>
            <a:endParaRPr lang="ko-KR" altLang="en-US"/>
          </a:p>
        </p:txBody>
      </p:sp>
      <p:graphicFrame>
        <p:nvGraphicFramePr>
          <p:cNvPr id="5" name=""/>
          <p:cNvGraphicFramePr>
            <a:graphicFrameLocks noGrp="1"/>
          </p:cNvGraphicFramePr>
          <p:nvPr/>
        </p:nvGraphicFramePr>
        <p:xfrm>
          <a:off x="0" y="0"/>
          <a:ext cx="12180570" cy="713041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2438400"/>
                <a:gridCol w="2440305"/>
                <a:gridCol w="2440305"/>
                <a:gridCol w="2430780"/>
                <a:gridCol w="2430780"/>
              </a:tblGrid>
              <a:tr h="857250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endParaRPr lang="ko-KR" altLang="en-US" sz="3400"/>
                    </a:p>
                  </a:txBody>
                  <a:tcPr marL="91440" marR="91440"/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3400"/>
                        <a:t>OSI</a:t>
                      </a:r>
                      <a:r>
                        <a:rPr lang="ko-KR" altLang="en-US" sz="3400"/>
                        <a:t> </a:t>
                      </a:r>
                      <a:r>
                        <a:rPr lang="en-US" altLang="ko-KR" sz="3400"/>
                        <a:t>Model</a:t>
                      </a:r>
                      <a:endParaRPr lang="en-US" altLang="ko-KR" sz="3400"/>
                    </a:p>
                  </a:txBody>
                  <a:tcPr marL="91440" marR="91440"/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3400"/>
                        <a:t>Layer</a:t>
                      </a:r>
                      <a:endParaRPr lang="en-US" altLang="ko-KR" sz="3400"/>
                    </a:p>
                    <a:p>
                      <a:pPr algn="ctr">
                        <a:defRPr/>
                      </a:pPr>
                      <a:r>
                        <a:rPr lang="en-US" altLang="ko-KR" sz="3400"/>
                        <a:t>Number</a:t>
                      </a:r>
                      <a:endParaRPr lang="en-US" altLang="ko-KR" sz="3400"/>
                    </a:p>
                  </a:txBody>
                  <a:tcPr marL="91440" marR="91440"/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3400"/>
                        <a:t>TCP/IP</a:t>
                      </a:r>
                      <a:endParaRPr lang="en-US" altLang="ko-KR" sz="3400"/>
                    </a:p>
                    <a:p>
                      <a:pPr algn="ctr">
                        <a:defRPr/>
                      </a:pPr>
                      <a:r>
                        <a:rPr lang="en-US" altLang="ko-KR" sz="3400"/>
                        <a:t>Layer</a:t>
                      </a:r>
                      <a:endParaRPr lang="en-US" altLang="ko-KR" sz="3400"/>
                    </a:p>
                  </a:txBody>
                  <a:tcPr marL="91440" marR="91440"/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3400"/>
                        <a:t>Other</a:t>
                      </a:r>
                      <a:endParaRPr lang="en-US" altLang="ko-KR" sz="3400"/>
                    </a:p>
                    <a:p>
                      <a:pPr algn="ctr">
                        <a:defRPr/>
                      </a:pPr>
                      <a:r>
                        <a:rPr lang="en-US" altLang="ko-KR" sz="3400"/>
                        <a:t>Protocol</a:t>
                      </a:r>
                      <a:endParaRPr lang="en-US" altLang="ko-KR" sz="3400"/>
                    </a:p>
                  </a:txBody>
                  <a:tcPr marL="91440" marR="91440"/>
                </a:tc>
              </a:tr>
              <a:tr h="857250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3400"/>
                        <a:t>Alligator</a:t>
                      </a:r>
                      <a:endParaRPr lang="en-US" altLang="ko-KR" sz="3400"/>
                    </a:p>
                  </a:txBody>
                  <a:tcPr marL="91440" marR="91440"/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3400"/>
                        <a:t>Application</a:t>
                      </a:r>
                      <a:endParaRPr lang="en-US" altLang="ko-KR" sz="3400"/>
                    </a:p>
                  </a:txBody>
                  <a:tcPr marL="91440" marR="91440"/>
                </a:tc>
                <a:tc rowSpan="3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3400"/>
                        <a:t>L7(Firewall)</a:t>
                      </a:r>
                      <a:endParaRPr lang="en-US" altLang="ko-KR" sz="3400"/>
                    </a:p>
                  </a:txBody>
                  <a:tcPr marL="91440" marR="91440"/>
                </a:tc>
                <a:tc rowSpan="3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3400"/>
                        <a:t>HTTP</a:t>
                      </a:r>
                      <a:endParaRPr lang="en-US" altLang="ko-KR" sz="3400"/>
                    </a:p>
                  </a:txBody>
                  <a:tcPr marL="91440" marR="91440"/>
                </a:tc>
                <a:tc rowSpan="3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3400"/>
                        <a:t>HTTPS, FTP, Telenet, SSH, DNS,,</a:t>
                      </a:r>
                      <a:endParaRPr lang="en-US" altLang="ko-KR" sz="3400"/>
                    </a:p>
                  </a:txBody>
                  <a:tcPr marL="91440" marR="91440"/>
                </a:tc>
              </a:tr>
              <a:tr h="857250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3400"/>
                        <a:t>Pet</a:t>
                      </a:r>
                      <a:endParaRPr lang="en-US" altLang="ko-KR" sz="3400"/>
                    </a:p>
                  </a:txBody>
                  <a:tcPr marL="91440" marR="91440"/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3400"/>
                        <a:t>Presentation</a:t>
                      </a:r>
                      <a:endParaRPr lang="en-US" altLang="ko-KR" sz="3400"/>
                    </a:p>
                  </a:txBody>
                  <a:tcPr marL="91440" marR="91440"/>
                </a:tc>
                <a:tc v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/>
                </a:tc>
                <a:tc v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/>
                </a:tc>
                <a:tc v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/>
                </a:tc>
              </a:tr>
              <a:tr h="857250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3400"/>
                        <a:t>Steve’s</a:t>
                      </a:r>
                      <a:endParaRPr lang="en-US" altLang="ko-KR" sz="3400"/>
                    </a:p>
                  </a:txBody>
                  <a:tcPr marL="91440" marR="91440"/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3400"/>
                        <a:t>Session</a:t>
                      </a:r>
                      <a:endParaRPr lang="en-US" altLang="ko-KR" sz="3400"/>
                    </a:p>
                  </a:txBody>
                  <a:tcPr marL="91440" marR="91440"/>
                </a:tc>
                <a:tc v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/>
                </a:tc>
                <a:tc v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/>
                </a:tc>
                <a:tc v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/>
                </a:tc>
              </a:tr>
              <a:tr h="857250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3400"/>
                        <a:t>Touch</a:t>
                      </a:r>
                      <a:endParaRPr lang="en-US" altLang="ko-KR" sz="3400"/>
                    </a:p>
                  </a:txBody>
                  <a:tcPr marL="91440" marR="91440"/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3400"/>
                        <a:t>Transport</a:t>
                      </a:r>
                      <a:endParaRPr lang="en-US" altLang="ko-KR" sz="3400"/>
                    </a:p>
                  </a:txBody>
                  <a:tcPr marL="91440" marR="91440"/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3400"/>
                        <a:t>L4(NAT)</a:t>
                      </a:r>
                      <a:endParaRPr lang="en-US" altLang="ko-KR" sz="3400"/>
                    </a:p>
                  </a:txBody>
                  <a:tcPr marL="91440" marR="91440"/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3400"/>
                        <a:t>TCP</a:t>
                      </a:r>
                      <a:endParaRPr lang="en-US" altLang="ko-KR" sz="3400"/>
                    </a:p>
                  </a:txBody>
                  <a:tcPr marL="91440" marR="91440"/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3400"/>
                        <a:t>UDP, ICMP(?)</a:t>
                      </a:r>
                      <a:endParaRPr lang="en-US" altLang="ko-KR" sz="3400"/>
                    </a:p>
                  </a:txBody>
                  <a:tcPr marL="91440" marR="91440"/>
                </a:tc>
              </a:tr>
              <a:tr h="857250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3400"/>
                        <a:t>Not</a:t>
                      </a:r>
                      <a:endParaRPr lang="en-US" altLang="ko-KR" sz="3400"/>
                    </a:p>
                  </a:txBody>
                  <a:tcPr marL="91440" marR="91440"/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3400"/>
                        <a:t>Network</a:t>
                      </a:r>
                      <a:endParaRPr lang="en-US" altLang="ko-KR" sz="3400"/>
                    </a:p>
                  </a:txBody>
                  <a:tcPr marL="91440" marR="91440"/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3400"/>
                        <a:t>L3(Router)</a:t>
                      </a:r>
                      <a:endParaRPr lang="en-US" altLang="ko-KR" sz="3400"/>
                    </a:p>
                  </a:txBody>
                  <a:tcPr marL="91440" marR="91440"/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3400"/>
                        <a:t>IP</a:t>
                      </a:r>
                      <a:endParaRPr lang="en-US" altLang="ko-KR" sz="3400"/>
                    </a:p>
                  </a:txBody>
                  <a:tcPr marL="91440" marR="91440"/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3400"/>
                        <a:t>IP6, ARP(?)</a:t>
                      </a:r>
                      <a:endParaRPr lang="en-US" altLang="ko-KR" sz="3400"/>
                    </a:p>
                  </a:txBody>
                  <a:tcPr marL="91440" marR="91440"/>
                </a:tc>
              </a:tr>
              <a:tr h="857250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3400"/>
                        <a:t>Do</a:t>
                      </a:r>
                      <a:endParaRPr lang="en-US" altLang="ko-KR" sz="3400"/>
                    </a:p>
                  </a:txBody>
                  <a:tcPr marL="91440" marR="91440"/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3400"/>
                        <a:t>Data Link</a:t>
                      </a:r>
                      <a:endParaRPr lang="en-US" altLang="ko-KR" sz="3400"/>
                    </a:p>
                  </a:txBody>
                  <a:tcPr marL="91440" marR="91440"/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3400"/>
                        <a:t>L2(Switch)</a:t>
                      </a:r>
                      <a:endParaRPr lang="en-US" altLang="ko-KR" sz="3400"/>
                    </a:p>
                  </a:txBody>
                  <a:tcPr marL="91440" marR="91440"/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3400"/>
                        <a:t>Ethernet</a:t>
                      </a:r>
                      <a:endParaRPr lang="en-US" altLang="ko-KR" sz="3400"/>
                    </a:p>
                  </a:txBody>
                  <a:tcPr marL="91440" marR="91440"/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3400"/>
                        <a:t>PPP,HDLC</a:t>
                      </a:r>
                      <a:endParaRPr lang="en-US" altLang="ko-KR" sz="3400"/>
                    </a:p>
                  </a:txBody>
                  <a:tcPr marL="91440" marR="91440"/>
                </a:tc>
              </a:tr>
              <a:tr h="857250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3400"/>
                        <a:t>Please</a:t>
                      </a:r>
                      <a:endParaRPr lang="en-US" altLang="ko-KR" sz="3400"/>
                    </a:p>
                  </a:txBody>
                  <a:tcPr marL="91440" marR="91440"/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3400"/>
                        <a:t>Physical</a:t>
                      </a:r>
                      <a:endParaRPr lang="en-US" altLang="ko-KR" sz="3400"/>
                    </a:p>
                  </a:txBody>
                  <a:tcPr marL="91440" marR="91440"/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endParaRPr lang="ko-KR" altLang="en-US" sz="3400"/>
                    </a:p>
                  </a:txBody>
                  <a:tcPr marL="91440" marR="91440"/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endParaRPr lang="ko-KR" altLang="en-US" sz="3400"/>
                    </a:p>
                  </a:txBody>
                  <a:tcPr marL="91440" marR="91440"/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endParaRPr lang="ko-KR" altLang="en-US" sz="3400"/>
                    </a:p>
                  </a:txBody>
                  <a:tcPr marL="91440" marR="91440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0000ff"/>
      </a:hlink>
      <a:folHlink>
        <a:srgbClr val="800080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38</ep:Words>
  <ep:PresentationFormat>화면 슬라이드 쇼(4:3)</ep:PresentationFormat>
  <ep:Paragraphs>0</ep:Paragraphs>
  <ep:Slides>1</ep:Slides>
  <ep:Notes>0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ep:HeadingPairs>
  <ep:TitlesOfParts>
    <vt:vector size="2" baseType="lpstr">
      <vt:lpstr>한컴오피스</vt:lpstr>
      <vt:lpstr>슬라이드 1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2026-03-18T07:43:08.817</dcterms:created>
  <dc:creator>ION2</dc:creator>
  <cp:lastModifiedBy>ION2</cp:lastModifiedBy>
  <dcterms:modified xsi:type="dcterms:W3CDTF">2026-03-23T05:08:40.966</dcterms:modified>
  <cp:revision>10</cp:revision>
  <cp:version>1100.0100.01</cp:version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